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Corporate Strategic Plan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AI Verification &amp; Evidence Infrastructure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Operational Milestones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Slide 2: Regulatory annual filings are strictly completed within 30 days of fiscal close.</a:t>
            </a:r>
          </a:p>
          <a:p>
            <a:r>
              <a:t>Slide 2: Target annual turnover is projected at $10 million for Enterprise accounts.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Risk &amp; Penalty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Slide 3: The statutory base penalty for late filing violations is $15,000 per violation.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